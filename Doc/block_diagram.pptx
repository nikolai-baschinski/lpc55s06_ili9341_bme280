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C804B-2492-10AF-224D-960396C66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B6BFB5-8A7E-2A2E-B1FC-0EF8257A7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620DCC-8648-4571-9529-B3EF0F91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8581C-D4EE-D646-16B2-52AA45C4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234A22-B286-2667-2E8E-80E4E5E1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57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4F7160-4FF9-7DC6-E3BF-4786F7D6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CC63AA-F8CC-2325-0916-1DD703204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37D92B-5E7B-15DC-977C-B911940E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76ABE7-C13E-12FD-9D92-A02DE2B9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444D2F-5488-6C3A-C77B-6E920480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75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4FF94-BA6B-F6AE-EAA2-F9BAE2CF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3ED436-8997-E9E1-7911-F2FEBCFD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31554C-3986-17C1-1A1E-EB8A4222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00B433-1F7B-6CD1-B442-AEB33951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2B2C16-DCC5-8E1E-CD2C-38632276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84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593E9-2709-D325-A10B-FB76DE45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D8FB9E-B13B-3F8A-F2E3-314C52745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5A8F62-1092-48F7-75CA-18029F4E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19C024-3903-4EFC-E269-6DFEA7EE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00D5D7-F3DD-6A38-674B-165EF32B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D86A7C-9ABB-246D-68BA-2BFA3ADC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423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3263F-ECE6-4D71-44E5-3122B892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919AC8-A6F2-ACA9-308C-872C2965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D4FA59-9F77-B0EE-6C34-47BD60B15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95C7AE-31B9-355F-B8B2-D07D295FD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7080AE-CA47-758D-A2DE-FC90403A4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8721D85-D391-7574-9638-2BB58EC8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3B8D67-6588-861C-F4F3-D24B9C01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AB5B8B5-C421-E9E2-6B3A-49C7D02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7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8F453-D067-ED3F-2CA1-86C0BD7F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FCEF00-F71A-F86E-D162-371121A3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FAF441-FF7A-28DF-FB97-1A54671D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797BC0-E149-A1C7-0FBE-21FE8E37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31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C896BC-F331-9B04-16AB-B4A69537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7D99FF-8564-C820-6A9F-6DCDCDEB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6E2253-4513-D288-4132-F09DA0AE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87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DD5F3-4707-E326-6B4D-31F7F0E0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0B7556-DA11-04F5-8C6C-07207CFE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161B05-50D9-768D-4C60-E3CF801C2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4A0DBD-7D15-A2CA-4463-F128FCE76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F0BBCC-76C2-491C-B209-16E5EED3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39AA06-1B42-7BC5-B505-F64C486F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210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6ECA2-46B0-B39E-6744-24F65B23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891028B-B5F8-9A66-F542-A40D57231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6B213C-3CAF-4185-DB68-22EE6C288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9D5905-5579-8D08-90C2-090A8D4E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653A39-3583-1C15-8B18-5D213497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960360-AD14-F827-FCFD-9289B637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130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E2DBC0-0578-CA7C-F3F4-96930191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D87376-82CD-B61A-64D2-99B4297F6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9AFF4E-687F-34A8-E581-050E9569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5F04F-5781-E327-09AF-893404EA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98C219-7589-988C-CEF5-67819753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39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9A9652-59F2-F085-3EA1-D9ECEC90E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5CBEE5-8296-119C-C277-6399BBAC2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5FF9E9-B2C8-5773-97EB-431842D2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AFC008-AACB-40A9-9EB2-BD7866FE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2E12E0-2C5E-5EA9-1C6C-8A7205F4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3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5282A72-436B-948F-4510-41E7EDBB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DE6C6F-B5D4-AA6C-DF36-C4FE478CB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1E6D5-0D07-B1B8-F429-4C770A7C5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E2811-651D-4733-A671-FADC844A115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60F8A-3E12-912D-6D7D-5265716E2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DE66AC-2C32-DA60-0A5C-CD736A3D2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AA78B-CE8E-4B48-925A-86D06772F6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82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0522F66-A184-52D8-C9BA-A6D411CF7ECD}"/>
              </a:ext>
            </a:extLst>
          </p:cNvPr>
          <p:cNvSpPr/>
          <p:nvPr/>
        </p:nvSpPr>
        <p:spPr>
          <a:xfrm>
            <a:off x="2725271" y="1425388"/>
            <a:ext cx="1515035" cy="222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FD9BA10-C8A4-1915-5F68-CC2CB1DA98F2}"/>
              </a:ext>
            </a:extLst>
          </p:cNvPr>
          <p:cNvSpPr/>
          <p:nvPr/>
        </p:nvSpPr>
        <p:spPr>
          <a:xfrm>
            <a:off x="6526306" y="4240306"/>
            <a:ext cx="1515035" cy="222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E05EE04-7506-8F27-6882-2E8BE678DA6E}"/>
              </a:ext>
            </a:extLst>
          </p:cNvPr>
          <p:cNvSpPr/>
          <p:nvPr/>
        </p:nvSpPr>
        <p:spPr>
          <a:xfrm>
            <a:off x="6526306" y="1425388"/>
            <a:ext cx="1515035" cy="222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BB69B2B-6F56-EE73-5654-EBCE93B7F953}"/>
              </a:ext>
            </a:extLst>
          </p:cNvPr>
          <p:cNvSpPr txBox="1"/>
          <p:nvPr/>
        </p:nvSpPr>
        <p:spPr>
          <a:xfrm>
            <a:off x="3553700" y="2408751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CLK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8A2DE75-0EF3-58A2-ABD9-8618BCD1F7C6}"/>
              </a:ext>
            </a:extLst>
          </p:cNvPr>
          <p:cNvSpPr txBox="1"/>
          <p:nvPr/>
        </p:nvSpPr>
        <p:spPr>
          <a:xfrm>
            <a:off x="3506064" y="203941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MISO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825309C-F343-1908-0AAB-13667BF7083A}"/>
              </a:ext>
            </a:extLst>
          </p:cNvPr>
          <p:cNvSpPr txBox="1"/>
          <p:nvPr/>
        </p:nvSpPr>
        <p:spPr>
          <a:xfrm>
            <a:off x="3506065" y="166830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MOSI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5C692C2-C222-B39F-3999-AC39D578E9C2}"/>
              </a:ext>
            </a:extLst>
          </p:cNvPr>
          <p:cNvSpPr txBox="1"/>
          <p:nvPr/>
        </p:nvSpPr>
        <p:spPr>
          <a:xfrm>
            <a:off x="3589419" y="314741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CS1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E91CDAF-9F77-080C-D18A-0A6E1BF35E18}"/>
              </a:ext>
            </a:extLst>
          </p:cNvPr>
          <p:cNvSpPr txBox="1"/>
          <p:nvPr/>
        </p:nvSpPr>
        <p:spPr>
          <a:xfrm>
            <a:off x="6610897" y="2745817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CS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114715A-4A56-CF2C-70A4-F825F87695FE}"/>
              </a:ext>
            </a:extLst>
          </p:cNvPr>
          <p:cNvCxnSpPr>
            <a:cxnSpLocks/>
          </p:cNvCxnSpPr>
          <p:nvPr/>
        </p:nvCxnSpPr>
        <p:spPr>
          <a:xfrm>
            <a:off x="4240306" y="1844009"/>
            <a:ext cx="228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3A3A864-A1E5-2D3B-A493-9F1F204740FD}"/>
              </a:ext>
            </a:extLst>
          </p:cNvPr>
          <p:cNvCxnSpPr>
            <a:cxnSpLocks/>
          </p:cNvCxnSpPr>
          <p:nvPr/>
        </p:nvCxnSpPr>
        <p:spPr>
          <a:xfrm>
            <a:off x="4240306" y="2224085"/>
            <a:ext cx="150723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A479ED5-D99E-375D-4B74-73F85906C6E8}"/>
              </a:ext>
            </a:extLst>
          </p:cNvPr>
          <p:cNvCxnSpPr>
            <a:cxnSpLocks/>
          </p:cNvCxnSpPr>
          <p:nvPr/>
        </p:nvCxnSpPr>
        <p:spPr>
          <a:xfrm>
            <a:off x="4231684" y="2593417"/>
            <a:ext cx="228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5FBB6E6-C423-13EA-FD83-AC8D78210F2D}"/>
              </a:ext>
            </a:extLst>
          </p:cNvPr>
          <p:cNvCxnSpPr>
            <a:cxnSpLocks/>
          </p:cNvCxnSpPr>
          <p:nvPr/>
        </p:nvCxnSpPr>
        <p:spPr>
          <a:xfrm>
            <a:off x="4240306" y="2962749"/>
            <a:ext cx="22860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6952778-9E90-3C0F-71CE-7D9F93A53187}"/>
              </a:ext>
            </a:extLst>
          </p:cNvPr>
          <p:cNvCxnSpPr>
            <a:cxnSpLocks/>
          </p:cNvCxnSpPr>
          <p:nvPr/>
        </p:nvCxnSpPr>
        <p:spPr>
          <a:xfrm>
            <a:off x="4240306" y="3332081"/>
            <a:ext cx="92885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CD51B9A0-0C7F-8979-690E-47E2FEABA48D}"/>
              </a:ext>
            </a:extLst>
          </p:cNvPr>
          <p:cNvSpPr txBox="1"/>
          <p:nvPr/>
        </p:nvSpPr>
        <p:spPr>
          <a:xfrm>
            <a:off x="2933599" y="1058849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LPC55S06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B9DE665-C2F3-C355-6282-3CF2BCCD5F0D}"/>
              </a:ext>
            </a:extLst>
          </p:cNvPr>
          <p:cNvSpPr txBox="1"/>
          <p:nvPr/>
        </p:nvSpPr>
        <p:spPr>
          <a:xfrm>
            <a:off x="7010799" y="1054005"/>
            <a:ext cx="54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LCD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EC95F00-E06C-9D4B-BDB1-B68862282E07}"/>
              </a:ext>
            </a:extLst>
          </p:cNvPr>
          <p:cNvSpPr txBox="1"/>
          <p:nvPr/>
        </p:nvSpPr>
        <p:spPr>
          <a:xfrm>
            <a:off x="6798753" y="3870974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BME280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03D8D46-0DB3-2521-EA2D-7C7481C10F1F}"/>
              </a:ext>
            </a:extLst>
          </p:cNvPr>
          <p:cNvSpPr txBox="1"/>
          <p:nvPr/>
        </p:nvSpPr>
        <p:spPr>
          <a:xfrm>
            <a:off x="6586196" y="2408751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CLK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187E8A6-7D3A-252D-4FDB-2D7D017E6676}"/>
              </a:ext>
            </a:extLst>
          </p:cNvPr>
          <p:cNvSpPr txBox="1"/>
          <p:nvPr/>
        </p:nvSpPr>
        <p:spPr>
          <a:xfrm>
            <a:off x="6599036" y="485995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MISO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3CD0134-4EA5-1B60-2556-EA2820BBB14F}"/>
              </a:ext>
            </a:extLst>
          </p:cNvPr>
          <p:cNvSpPr txBox="1"/>
          <p:nvPr/>
        </p:nvSpPr>
        <p:spPr>
          <a:xfrm>
            <a:off x="6586196" y="449062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MOSI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2FDE41F-B148-D5D8-75E6-8756D9F75929}"/>
              </a:ext>
            </a:extLst>
          </p:cNvPr>
          <p:cNvSpPr txBox="1"/>
          <p:nvPr/>
        </p:nvSpPr>
        <p:spPr>
          <a:xfrm>
            <a:off x="6586196" y="166976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MOSI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A2F3125-EA77-FE99-DC2C-999E49A3BE63}"/>
              </a:ext>
            </a:extLst>
          </p:cNvPr>
          <p:cNvCxnSpPr>
            <a:cxnSpLocks/>
          </p:cNvCxnSpPr>
          <p:nvPr/>
        </p:nvCxnSpPr>
        <p:spPr>
          <a:xfrm>
            <a:off x="5169159" y="5744128"/>
            <a:ext cx="13485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C75CB559-D598-1D5D-4B8A-F9F5CA3B1922}"/>
              </a:ext>
            </a:extLst>
          </p:cNvPr>
          <p:cNvSpPr txBox="1"/>
          <p:nvPr/>
        </p:nvSpPr>
        <p:spPr>
          <a:xfrm>
            <a:off x="6586196" y="5209707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CLK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2A5E03C-ECC4-14A1-C4A5-153E61960168}"/>
              </a:ext>
            </a:extLst>
          </p:cNvPr>
          <p:cNvSpPr txBox="1"/>
          <p:nvPr/>
        </p:nvSpPr>
        <p:spPr>
          <a:xfrm>
            <a:off x="3614120" y="277630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CS0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571352-CFDD-98E6-1E01-E009DD678F97}"/>
              </a:ext>
            </a:extLst>
          </p:cNvPr>
          <p:cNvSpPr txBox="1"/>
          <p:nvPr/>
        </p:nvSpPr>
        <p:spPr>
          <a:xfrm>
            <a:off x="6596903" y="5559462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CS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B56EAF6-5599-5DA1-3AC0-D745986A3B5A}"/>
              </a:ext>
            </a:extLst>
          </p:cNvPr>
          <p:cNvCxnSpPr>
            <a:cxnSpLocks/>
          </p:cNvCxnSpPr>
          <p:nvPr/>
        </p:nvCxnSpPr>
        <p:spPr>
          <a:xfrm>
            <a:off x="5169159" y="3332081"/>
            <a:ext cx="0" cy="241204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FAFAF00-4747-FD78-0AC7-061B007E7655}"/>
              </a:ext>
            </a:extLst>
          </p:cNvPr>
          <p:cNvCxnSpPr>
            <a:cxnSpLocks/>
          </p:cNvCxnSpPr>
          <p:nvPr/>
        </p:nvCxnSpPr>
        <p:spPr>
          <a:xfrm>
            <a:off x="6064900" y="1844009"/>
            <a:ext cx="0" cy="281284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DB358C0-406D-1ED0-D5AA-D6D7A1901A54}"/>
              </a:ext>
            </a:extLst>
          </p:cNvPr>
          <p:cNvCxnSpPr>
            <a:cxnSpLocks/>
          </p:cNvCxnSpPr>
          <p:nvPr/>
        </p:nvCxnSpPr>
        <p:spPr>
          <a:xfrm>
            <a:off x="6052060" y="4656855"/>
            <a:ext cx="46562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3837B0D4-5595-0188-9708-CD18EF3D56D6}"/>
              </a:ext>
            </a:extLst>
          </p:cNvPr>
          <p:cNvCxnSpPr>
            <a:cxnSpLocks/>
          </p:cNvCxnSpPr>
          <p:nvPr/>
        </p:nvCxnSpPr>
        <p:spPr>
          <a:xfrm>
            <a:off x="5747539" y="2208892"/>
            <a:ext cx="13532" cy="283572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F9497402-69B0-99A9-3FB6-C8A6A07E6018}"/>
              </a:ext>
            </a:extLst>
          </p:cNvPr>
          <p:cNvCxnSpPr>
            <a:cxnSpLocks/>
          </p:cNvCxnSpPr>
          <p:nvPr/>
        </p:nvCxnSpPr>
        <p:spPr>
          <a:xfrm>
            <a:off x="5754305" y="5044618"/>
            <a:ext cx="76337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F3E9B93-CD64-FF5B-CEC0-53759682862C}"/>
              </a:ext>
            </a:extLst>
          </p:cNvPr>
          <p:cNvCxnSpPr>
            <a:cxnSpLocks/>
          </p:cNvCxnSpPr>
          <p:nvPr/>
        </p:nvCxnSpPr>
        <p:spPr>
          <a:xfrm>
            <a:off x="5444448" y="2593417"/>
            <a:ext cx="8096" cy="28009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2A3FA4EF-2EB1-6D39-2C9F-7CB21249153E}"/>
              </a:ext>
            </a:extLst>
          </p:cNvPr>
          <p:cNvCxnSpPr>
            <a:cxnSpLocks/>
          </p:cNvCxnSpPr>
          <p:nvPr/>
        </p:nvCxnSpPr>
        <p:spPr>
          <a:xfrm>
            <a:off x="5444448" y="5394373"/>
            <a:ext cx="107765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lipse 60">
            <a:extLst>
              <a:ext uri="{FF2B5EF4-FFF2-40B4-BE49-F238E27FC236}">
                <a16:creationId xmlns:a16="http://schemas.microsoft.com/office/drawing/2014/main" id="{0A1014DB-87F2-9CD1-7B34-CDA9FD7AD327}"/>
              </a:ext>
            </a:extLst>
          </p:cNvPr>
          <p:cNvSpPr/>
          <p:nvPr/>
        </p:nvSpPr>
        <p:spPr>
          <a:xfrm>
            <a:off x="6009332" y="1799532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5A220175-B67B-26BF-494E-0B44A4285AA1}"/>
              </a:ext>
            </a:extLst>
          </p:cNvPr>
          <p:cNvSpPr/>
          <p:nvPr/>
        </p:nvSpPr>
        <p:spPr>
          <a:xfrm>
            <a:off x="5389213" y="2549664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223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Nikolai Baschinski</dc:creator>
  <cp:lastModifiedBy>Nikolai Baschinski</cp:lastModifiedBy>
  <cp:revision>1</cp:revision>
  <dcterms:created xsi:type="dcterms:W3CDTF">2026-06-30T11:01:17Z</dcterms:created>
  <dcterms:modified xsi:type="dcterms:W3CDTF">2026-06-30T11:01:36Z</dcterms:modified>
</cp:coreProperties>
</file>